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Arial"/>
              </a:defRPr>
            </a:pPr>
            <a:r>
              <a:t>MAJOR PROJECT PRESENTATION</a:t>
            </a:r>
          </a:p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SmartShop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A Modern Digital Shop Management, POS &amp; Customer Khata Ledger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297680"/>
            <a:ext cx="1036289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480560"/>
            <a:ext cx="98142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Submitted By:  Ajit Singh &amp; Team            |      Branch: Computer Science &amp; Engineering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Project Guide:  Faculty Guide / Project Coordinator</a:t>
            </a:r>
          </a:p>
          <a:p>
            <a:pPr>
              <a:spcBef>
                <a:spcPts val="600"/>
              </a:spcBef>
              <a:defRPr sz="1200">
                <a:solidFill>
                  <a:srgbClr val="0284C7"/>
                </a:solidFill>
                <a:latin typeface="Arial"/>
              </a:defRPr>
            </a:pPr>
            <a:r>
              <a:t>Academic Session: 2025 – 2026                 |      Tech Stack: MERN Stack (MongoDB, Express, React 19, Node.js)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MAJOR PROJECT PRESENTATION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Project Overview &amp;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What is SmartShop?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SmartShop is a cloud-based web application tailored for retail stores, supermarkets, and general merchants.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Combines high-speed Point-of-Sale (POS) counter billing with an integrated digital customer ledger ('Khata').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Eliminates paper registers by automatically recording customer dues, trust ratings, borrow limits, and settlements.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Includes full customer self-service access to monitor dues, view purchases, and submit payments.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Core Value Proposition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Zero Data Loss: Replaces fragile paper bahi-khata with cloud storage and automated daily backups.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Transparent Customer Ledger: Real-time itemized bills visible directly on customers' mobile phones.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Automated Returns &amp; Restocking: Full and partial item returns automatically adjust inventory and debts.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Multi-Channel Settlements: Supports Cash, manual UPI with screenshot verification, and Razorpay gateway.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MAJOR PROJECT PRESENTATION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Problem Statement &amp; Need for Digitalization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B91C1C"/>
                </a:solidFill>
                <a:latin typeface="Arial"/>
              </a:defRPr>
            </a:pPr>
            <a:r>
              <a:t>Traditional Khata Issues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Manual arithmetic errors during daily ledger tallying.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Physical register damage, ink fading, or page loss.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Disputes over old unverified credit balances.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No automated notifications for overdue repayments.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B45309"/>
                </a:solidFill>
                <a:latin typeface="Arial"/>
              </a:defRPr>
            </a:pPr>
            <a:r>
              <a:t>Standalone POS Limitations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Existing POS systems focus only on instant cash/card billing.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Cannot manage customer credit accounts or udhar history.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Require expensive proprietary hardware and setup.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Complex, non-intuitive interfaces for retail staff.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6A34A"/>
                </a:solidFill>
                <a:latin typeface="Arial"/>
              </a:defRPr>
            </a:pPr>
            <a:r>
              <a:t>The SmartShop Solution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Unified POS + Digital Khata in a single web application.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Accessible on any laptop, tablet, or smartphone.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ACID-compliant transactional rollbacks for zero discrepancies.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Zero hardware lock-in and seamless cloud synchronization.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MAJOR PROJECT PRESENTATION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Project Objectives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Key Functional Objectives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Fast Multi-Mode Billing: Enable counter staff to bill items in under 30 seconds via Cash, UPI, Credit, or Partial splits.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Credit Ceiling Enforcement: Validate customer borrow limits before issuing new credit to prevent bad debts.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Full &amp; Partial Returns: Automatically restock items and deduct customer dues atomically upon product return.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Payment Claims Reconciliation: Provide admin verification dashboard for customer-submitted Cash &amp; UPI proofs.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Audit Logging: Track admin actions (product updates, price changes, sales, and approvals) for accountability.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Non-Functional &amp; Technical Goals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ACID Atomicity: Multi-document operations wrapped in MongoDB transactions to prevent dirty writes.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High Responsiveness: Modern glassmorphism UI optimized for Mobile, Tablet, and Desktop screens.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Robust Security: Stateless JWT authentication, role-based access control (RBAC), and security headers.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Zero-Config Media Storage: Cloudinary integration for scalable product and payment proof storage.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Scalable MERN Architecture: Clean Separation of Concerns with RESTful endpoints and modular React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MAJOR PROJECT PRESENTATION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Technology Stack &amp;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1031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Frontend UI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React 19 (Component UI)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Vite (Lightning Fast Build)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TailwindCSS (Styling)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Lucide React (Icons)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Glassmorphism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55448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21031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Backend API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Node.js (Runtime)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Express.js (REST Framework)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ESM Modules Structure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Multer (File Uploads)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Security Response Headers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21031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Database &amp; Cloud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MongoDB (NoSQL Document)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Mongoose ORM (Models)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Cloudinary (CDN Media)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Multi-Doc Transactions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Atomic $inc Operators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55448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737360"/>
            <a:ext cx="21031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Security &amp; Payments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JWT (Stateless Auth)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Bcrypt.js (Password Hash)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Single-Use Reset Tokens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Razorpay Gateway API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RBAC Role Protection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MAJOR PROJECT PRESENTATION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System Architecture &amp; Tiered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Presentation Tier (Client)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Customer Portal: Responsive dashboard for purchases, khata ledger balance, and payments.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Admin POS Portal: Point-of-sale billing, returns, customer profiles, activity feed, and inventory.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Universal Responsive Engine: Fully tailored for Mobile, Tablet, and Desktop displays.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Application Tier (Server)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RESTful API Routes: Organized by domain (/users, /products, /sales, /credits, /payments, /returns).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Auth &amp; Role Middleware: Protects endpoints via JWT and enforces customer/admin permissions.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Transaction Manager: Coordinates multi-document ACID write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Data &amp; External Services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MongoDB Database: Persists 8 normalized collections (Users, Customers, Products, Sales, etc.).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Cloudinary Media Cloud: Optimizes image delivery for inventory assets and payment proofs.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Razorpay Gateway: Secure webhook and signature verification for online payments.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MAJOR PROJECT PRESENTATION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Core Module: POS Billing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POS Billing Workflow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Live Catalog Search: Fast keyword lookup with live availability indicators.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Mixed Cart Items: Supports both cataloged products and unrecorded custom walk-in items.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Multi-Payment Settlement Modes: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100% Cash: Instant clearance and cash drawer record.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100% UPI: Fast digital QR code collection.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100% Credit (Khata): Automatically binds to customer ledger.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Partial Split: E.g., Pay ₹300 in cash, add ₹700 to credit ledger.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Printable &amp; Downloadable Receipts with itemized tax and totals.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Real-Time Stock &amp; Atomicity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Atomic Stock Deduction: Decrements stock via {$gte: qty} to strictly eliminate overselling.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Auto Availability Toggle: Marks products 'Out of Stock' when inventory reaches 0.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Credit Ceiling Guard: Automatically blocks credit sales if customer's debt exceeds Max Borrow Limit.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Single Transaction Scope: Stock deduction, sale creation, and credit ledger update succeed or fail together.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MAJOR PROJECT PRESENTATION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Core Module: Digital Credit Ledger ('Khata')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Ledger Mechanics &amp; Tracking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Individual Customer Ledger: Tracks total borrowed, amount paid, and net pending balance.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Due Date Timeline: Configurable repayment deadlines with extension tracking.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Automatic Ledger Statuses: 'Active', 'Partially Paid', 'Paid', and 'Overdue'.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Historical Purchase Audit: Full breakdown of which specific sale contributed to the debt.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Trust Score &amp; Risk Control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Dynamic Trust Score: Computed based on repayment punctuality and transaction history.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Manual Borrow Limit Cap: Shop owner can set customized debt ceilings for risky customers.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Debt Reduction Algorithm: Payments reduce oldest active credit records in FIFO sequence.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Customer Ledger Visibility: Customers see exact real-time balance on their own devices.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MAJOR PROJECT PRESENTATION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Core Module: Product Returns &amp; Balance Adjustment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Return Processing Modes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Full Sale Return: Returns all items from an invoice, restocks all quantities, and clears associated credit.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Partial Item Return: Clerk selects specific returned item and quantity (e.g. 2 out of 5 kg returned).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Return Reasons Tracking: Captures reason (Damaged, Expired, Wrong Item, Customer Change).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Admin Attribution: Records which store clerk authorized the return.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Automated Financial Balance Correction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Automatic Stock Restoration: Returned item quantities are restored back into product inventory.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Ledger Debt Offset: If sale was on Credit, the return amount automatically subtracts from customer's debt.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Cash Refund Option: For fully paid sales, calculates direct refund payout to the customer.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Atomic Execution: Inventory restock and debt reduction occur in an ACID transaction.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MAJOR PROJECT PRESENTATION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Core Module: Payment Processing &amp;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Customer Payment Channels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Cash Claim Submission: Customer submits a claim specifying the store clerk who received physical cash.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UPI Proof Upload: Customer enters UPI / UTR Transaction ID and uploads payment screenshot.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Razorpay Gateway: Instant automated settlement via UPI, Debit/Credit Card, or Netbanking.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Real-Time Statuses: Payments display 'Pending Verification', 'Approved', or 'Rejected'.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Admin Verification Dashboard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Dedicated Verification Queue: Lists all pending customer claims awaiting admin approval.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Receipt Preview: Admins inspect uploaded proof images stored on Cloudinary CDN.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One-Click Approve / Reject: Approving immediately decreases customer debt via atomic $inc.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Audit Trail: Saves timestamps, verifying admin name, and remarks for total clarity.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MAJOR PROJECT PRESENTATION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Database Schema &amp; Entity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User &amp; Customer Entities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User Collection: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name, username, email, phone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password (bcrypt hash)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role: 'customer' | 'admin' | 'superadmin'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resetPasswordToken &amp; Expire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Customer Collection: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userId (ref: User)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pendingAmount, totalPurchase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trustScore, manualBorrowLimit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Catalog &amp; Sales Entities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Product Collection: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name, category, price, stock, unit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imageUrl (Cloudinary CDN)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available &amp; deleted flags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Sale Collection: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customerId, adminId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items: [{ productId, qty, price, total }]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paymentType: cash|upi|credit|partial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paidAmount, pendingAmount, creditId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Ledger &amp; Returns Entities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Credit Collection: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customerId, userId, saleId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borrowedAmount, paidAmount, pending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dueDate, extensionCount, status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Payment Collection: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creditId, amount, method, status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transactionId, paymentProof, verifiedBy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Return Collection: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• saleId, items, refundAmount, processedBy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MAJOR PROJECT PRESENTATION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Security Hardening &amp; ACID Atomicity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6A34A"/>
                </a:solidFill>
                <a:latin typeface="Arial"/>
              </a:defRPr>
            </a:pPr>
            <a:r>
              <a:t>Database Atomicity &amp; Rollback Protection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Multi-Document Transactions: Wrapped in session.withTransaction() so failures trigger complete rollback.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Zero Orphan Records: If customer balance update fails, sale and payment records are never committed.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Atomic Math Operators: Uses MongoDB $inc for debt increments/decrements to avoid concurrency races.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Stock Availability Locks: Conditional updates ensure stock never drops below 0 during peak billing.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Authentication &amp; Network Security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Stateless JWT Verification: Cryptographically signed tokens with secure expiration timestamps.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Single-Use Password Reset Tokens: Reset tokens are invalidated immediately upon first use in DB.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Security Response Headers: Hardened with nosniff, frameguard (X-Frame-Options), and XSS filters.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Environment Isolation: All API keys, Cloudinary secrets, and DB URLs strictly shielded via .env.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MAJOR PROJECT PRESENTATION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Key Advantages &amp; Business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For Shop Owners (Admins)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90% reduction in billing time compared to manual receipt writing.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Zero revenue leakage from forgotten or disputed customer credit.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Automated stock alerts prevent product stockouts.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Audit trail prevents internal staff mishandling.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For Retail Customers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24/7 access to personal digital khata ledger and bills.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Convenient online repayment options (UPI / QR / Razorpay).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Total transparency on dues, payments, and discounts.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No surprise charges or calculation disagreements.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Technical Superiority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100% web-based; works on any browser without installation.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Zero proprietary hardware requirements.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Ultra-low infrastructure cost with cloud MongoDB &amp; Cloudinary.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High scalability for multiple retail branches.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MAJOR PROJECT PRESENTATION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Future Roadmap &amp; Project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Future Scope &amp; Enhancements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Automated WhatsApp / SMS Reminders for upcoming due dates.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Thermal POS Receipt Printer &amp; USB Barcode Scanner support.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Offline Progressive Web App (PWA) billing with IndexedDB sync.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AI-driven Sales &amp; Inventory demand forecasting.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Multi-branch Store Management from a single superadmin console.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Conclusion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SmartShop successfully bridges the gap between traditional retail credit practices and modern cloud technology.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Provides a robust, reliable, and user-friendly digital ecosystem for shop owners and customers alike.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Delivers production-ready stability with verified zero-error frontend and admin builds.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Demonstrates practical application of fullstack MERN engineering, transaction management, and responsive UI design.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200">
                <a:solidFill>
                  <a:srgbClr val="0284C7"/>
                </a:solidFill>
                <a:latin typeface="Arial"/>
              </a:defRPr>
            </a:pPr>
            <a:r>
              <a:t>Questions &amp; Answers (Q&amp;A)</a:t>
            </a:r>
          </a:p>
          <a:p>
            <a:pPr algn="ctr">
              <a:spcBef>
                <a:spcPts val="2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SmartShop — Digital Shop Management, POS &amp; Khata Ledger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